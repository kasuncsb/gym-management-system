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72" r:id="rId8"/>
    <p:sldId id="276" r:id="rId9"/>
    <p:sldId id="277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Open Sans Bold" panose="020B0806030504020204" pitchFamily="34" charset="0"/>
      <p:regular r:id="rId13"/>
      <p:bold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Bold" panose="00000800000000000000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svg"/><Relationship Id="rId7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svg"/><Relationship Id="rId7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6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svg"/><Relationship Id="rId7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3.svg"/><Relationship Id="rId7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24.svg"/><Relationship Id="rId4" Type="http://schemas.openxmlformats.org/officeDocument/2006/relationships/image" Target="../media/image22.jpe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83649" y="1028700"/>
            <a:ext cx="3475651" cy="34756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28530" y="6362399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1265954"/>
            <a:ext cx="7755092" cy="775509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62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0228" y="4313074"/>
            <a:ext cx="6658542" cy="441387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118" y="1938998"/>
            <a:ext cx="6340948" cy="6218943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2698" y="5702053"/>
            <a:ext cx="1810977" cy="3171488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9020853" y="813611"/>
            <a:ext cx="1226157" cy="12261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62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42837" y="1008790"/>
            <a:ext cx="514328" cy="51432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62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0" y="0"/>
            <a:ext cx="7311155" cy="10868710"/>
            <a:chOff x="0" y="0"/>
            <a:chExt cx="1925572" cy="28625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25572" cy="2862541"/>
            </a:xfrm>
            <a:custGeom>
              <a:avLst/>
              <a:gdLst/>
              <a:ahLst/>
              <a:cxnLst/>
              <a:rect l="l" t="t" r="r" b="b"/>
              <a:pathLst>
                <a:path w="1925572" h="2862541">
                  <a:moveTo>
                    <a:pt x="0" y="0"/>
                  </a:moveTo>
                  <a:lnTo>
                    <a:pt x="1925572" y="0"/>
                  </a:lnTo>
                  <a:lnTo>
                    <a:pt x="1925572" y="2862541"/>
                  </a:lnTo>
                  <a:lnTo>
                    <a:pt x="0" y="2862541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925572" cy="2900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472590" y="4310746"/>
            <a:ext cx="2614846" cy="1120648"/>
          </a:xfrm>
          <a:custGeom>
            <a:avLst/>
            <a:gdLst/>
            <a:ahLst/>
            <a:cxnLst/>
            <a:rect l="l" t="t" r="r" b="b"/>
            <a:pathLst>
              <a:path w="2614846" h="1120648">
                <a:moveTo>
                  <a:pt x="0" y="0"/>
                </a:moveTo>
                <a:lnTo>
                  <a:pt x="2614846" y="0"/>
                </a:lnTo>
                <a:lnTo>
                  <a:pt x="2614846" y="1120648"/>
                </a:lnTo>
                <a:lnTo>
                  <a:pt x="0" y="1120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72590" y="888495"/>
            <a:ext cx="6365974" cy="183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1"/>
              </a:lnSpc>
            </a:pPr>
            <a:r>
              <a:rPr lang="en-US" sz="518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Gym Management</a:t>
            </a:r>
          </a:p>
          <a:p>
            <a:pPr algn="l">
              <a:lnSpc>
                <a:spcPts val="7261"/>
              </a:lnSpc>
              <a:spcBef>
                <a:spcPct val="0"/>
              </a:spcBef>
            </a:pPr>
            <a:r>
              <a:rPr lang="en-US" sz="518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Suite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6073" y="3750753"/>
            <a:ext cx="1051410" cy="480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3"/>
              </a:lnSpc>
            </a:pPr>
            <a:r>
              <a:rPr lang="en-US" sz="288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2590" y="6107207"/>
            <a:ext cx="5595045" cy="46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278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World Gym - Kiribathgoda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2590" y="7313299"/>
            <a:ext cx="5273497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 31356 - Software Development Project, Interim Product Presentation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IM/2022/001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A.M.K.C.S.B. Abeykoon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061255"/>
            <a:ext cx="8115300" cy="6097910"/>
            <a:chOff x="0" y="0"/>
            <a:chExt cx="10820400" cy="813054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7212" b="7212"/>
            <a:stretch>
              <a:fillRect/>
            </a:stretch>
          </p:blipFill>
          <p:spPr>
            <a:xfrm>
              <a:off x="0" y="0"/>
              <a:ext cx="5346700" cy="8130547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12471" r="12471"/>
            <a:stretch>
              <a:fillRect/>
            </a:stretch>
          </p:blipFill>
          <p:spPr>
            <a:xfrm>
              <a:off x="5473700" y="0"/>
              <a:ext cx="5346700" cy="4001773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t="5647" b="5647"/>
            <a:stretch>
              <a:fillRect/>
            </a:stretch>
          </p:blipFill>
          <p:spPr>
            <a:xfrm>
              <a:off x="5473700" y="4128773"/>
              <a:ext cx="5346700" cy="4001773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0" y="0"/>
            <a:ext cx="8091871" cy="10868710"/>
            <a:chOff x="0" y="0"/>
            <a:chExt cx="2131192" cy="28625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1192" cy="2862541"/>
            </a:xfrm>
            <a:custGeom>
              <a:avLst/>
              <a:gdLst/>
              <a:ahLst/>
              <a:cxnLst/>
              <a:rect l="l" t="t" r="r" b="b"/>
              <a:pathLst>
                <a:path w="2131192" h="2862541">
                  <a:moveTo>
                    <a:pt x="0" y="0"/>
                  </a:moveTo>
                  <a:lnTo>
                    <a:pt x="2131192" y="0"/>
                  </a:lnTo>
                  <a:lnTo>
                    <a:pt x="2131192" y="2862541"/>
                  </a:lnTo>
                  <a:lnTo>
                    <a:pt x="0" y="2862541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31192" cy="2900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99021" y="2810520"/>
            <a:ext cx="5273497" cy="679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Name: Power World Gym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Address: No. 311,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Kandy Road,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Gala Junction,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</a:t>
            </a:r>
            <a:r>
              <a:rPr lang="en-US" sz="20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Kiribathgoda</a:t>
            </a:r>
            <a:endParaRPr lang="en-US" sz="20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No. of Employees: 10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Working Hours: 5 a.m. - 10 p.m.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Monday - Saturday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Branch of the Power World fitness chain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Serves a diverse client base, from beginners to seasoned athletes, offering essential equipment and facilities.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60265"/>
            <a:ext cx="6364635" cy="925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1"/>
              </a:lnSpc>
              <a:spcBef>
                <a:spcPct val="0"/>
              </a:spcBef>
            </a:pPr>
            <a:r>
              <a:rPr lang="en-US" sz="518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Overview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12552670" y="7169066"/>
            <a:ext cx="5735330" cy="3117934"/>
          </a:xfrm>
          <a:custGeom>
            <a:avLst/>
            <a:gdLst/>
            <a:ahLst/>
            <a:cxnLst/>
            <a:rect l="l" t="t" r="r" b="b"/>
            <a:pathLst>
              <a:path w="5735330" h="3117934">
                <a:moveTo>
                  <a:pt x="5735330" y="0"/>
                </a:moveTo>
                <a:lnTo>
                  <a:pt x="0" y="0"/>
                </a:lnTo>
                <a:lnTo>
                  <a:pt x="0" y="3117934"/>
                </a:lnTo>
                <a:lnTo>
                  <a:pt x="5735330" y="3117934"/>
                </a:lnTo>
                <a:lnTo>
                  <a:pt x="573533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2851876" cy="2851876"/>
          </a:xfrm>
          <a:custGeom>
            <a:avLst/>
            <a:gdLst/>
            <a:ahLst/>
            <a:cxnLst/>
            <a:rect l="l" t="t" r="r" b="b"/>
            <a:pathLst>
              <a:path w="2851876" h="2851876">
                <a:moveTo>
                  <a:pt x="0" y="0"/>
                </a:moveTo>
                <a:lnTo>
                  <a:pt x="2851876" y="0"/>
                </a:lnTo>
                <a:lnTo>
                  <a:pt x="2851876" y="2851876"/>
                </a:lnTo>
                <a:lnTo>
                  <a:pt x="0" y="2851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88880" y="-298189"/>
            <a:ext cx="14493602" cy="10883377"/>
          </a:xfrm>
          <a:custGeom>
            <a:avLst/>
            <a:gdLst/>
            <a:ahLst/>
            <a:cxnLst/>
            <a:rect l="l" t="t" r="r" b="b"/>
            <a:pathLst>
              <a:path w="14493602" h="10883377">
                <a:moveTo>
                  <a:pt x="0" y="0"/>
                </a:moveTo>
                <a:lnTo>
                  <a:pt x="14493601" y="0"/>
                </a:lnTo>
                <a:lnTo>
                  <a:pt x="14493601" y="10883378"/>
                </a:lnTo>
                <a:lnTo>
                  <a:pt x="0" y="108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2552670" y="7169066"/>
            <a:ext cx="5735330" cy="3117934"/>
          </a:xfrm>
          <a:custGeom>
            <a:avLst/>
            <a:gdLst/>
            <a:ahLst/>
            <a:cxnLst/>
            <a:rect l="l" t="t" r="r" b="b"/>
            <a:pathLst>
              <a:path w="5735330" h="3117934">
                <a:moveTo>
                  <a:pt x="5735330" y="0"/>
                </a:moveTo>
                <a:lnTo>
                  <a:pt x="0" y="0"/>
                </a:lnTo>
                <a:lnTo>
                  <a:pt x="0" y="3117934"/>
                </a:lnTo>
                <a:lnTo>
                  <a:pt x="5735330" y="3117934"/>
                </a:lnTo>
                <a:lnTo>
                  <a:pt x="573533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34739" y="3637241"/>
            <a:ext cx="4601626" cy="460162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2851876" cy="2851876"/>
          </a:xfrm>
          <a:custGeom>
            <a:avLst/>
            <a:gdLst/>
            <a:ahLst/>
            <a:cxnLst/>
            <a:rect l="l" t="t" r="r" b="b"/>
            <a:pathLst>
              <a:path w="2851876" h="2851876">
                <a:moveTo>
                  <a:pt x="0" y="0"/>
                </a:moveTo>
                <a:lnTo>
                  <a:pt x="2851876" y="0"/>
                </a:lnTo>
                <a:lnTo>
                  <a:pt x="2851876" y="2851876"/>
                </a:lnTo>
                <a:lnTo>
                  <a:pt x="0" y="2851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25938" y="2707348"/>
            <a:ext cx="5428310" cy="4641205"/>
          </a:xfrm>
          <a:custGeom>
            <a:avLst/>
            <a:gdLst/>
            <a:ahLst/>
            <a:cxnLst/>
            <a:rect l="l" t="t" r="r" b="b"/>
            <a:pathLst>
              <a:path w="5428310" h="4641205">
                <a:moveTo>
                  <a:pt x="0" y="0"/>
                </a:moveTo>
                <a:lnTo>
                  <a:pt x="5428310" y="0"/>
                </a:lnTo>
                <a:lnTo>
                  <a:pt x="5428310" y="4641205"/>
                </a:lnTo>
                <a:lnTo>
                  <a:pt x="0" y="4641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909283" y="3153052"/>
            <a:ext cx="8350017" cy="501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6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Member identification through QR scanning.</a:t>
            </a:r>
          </a:p>
          <a:p>
            <a:pPr marL="539749" lvl="1" indent="-269875" algn="l">
              <a:lnSpc>
                <a:spcPts val="36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subscription validation for access.</a:t>
            </a:r>
          </a:p>
          <a:p>
            <a:pPr marL="539749" lvl="1" indent="-269875" algn="l">
              <a:lnSpc>
                <a:spcPts val="36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Automatic door access control for members.</a:t>
            </a:r>
          </a:p>
          <a:p>
            <a:pPr marL="539749" lvl="1" indent="-269875" algn="l">
              <a:lnSpc>
                <a:spcPts val="36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Online membership purchase and renewal.</a:t>
            </a:r>
          </a:p>
          <a:p>
            <a:pPr marL="539749" lvl="1" indent="-269875" algn="l">
              <a:lnSpc>
                <a:spcPts val="36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 payment processing integration.</a:t>
            </a:r>
          </a:p>
          <a:p>
            <a:pPr marL="539749" lvl="1" indent="-269875" algn="l">
              <a:lnSpc>
                <a:spcPts val="36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Appointment booking and schedule management.</a:t>
            </a:r>
          </a:p>
          <a:p>
            <a:pPr marL="539749" lvl="1" indent="-269875" algn="l">
              <a:lnSpc>
                <a:spcPts val="36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Workout progress tracking and reporting.</a:t>
            </a:r>
          </a:p>
          <a:p>
            <a:pPr marL="539749" lvl="1" indent="-269875" algn="l">
              <a:lnSpc>
                <a:spcPts val="36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Administrative tools for data and report management.</a:t>
            </a:r>
          </a:p>
          <a:p>
            <a:pPr algn="l">
              <a:lnSpc>
                <a:spcPts val="3504"/>
              </a:lnSpc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29801" y="933450"/>
            <a:ext cx="6405880" cy="163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37"/>
              </a:lnSpc>
              <a:spcBef>
                <a:spcPct val="0"/>
              </a:spcBef>
            </a:pPr>
            <a:r>
              <a:rPr lang="en-US" sz="466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Functional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851876" cy="2851876"/>
          </a:xfrm>
          <a:custGeom>
            <a:avLst/>
            <a:gdLst/>
            <a:ahLst/>
            <a:cxnLst/>
            <a:rect l="l" t="t" r="r" b="b"/>
            <a:pathLst>
              <a:path w="2851876" h="2851876">
                <a:moveTo>
                  <a:pt x="0" y="0"/>
                </a:moveTo>
                <a:lnTo>
                  <a:pt x="2851876" y="0"/>
                </a:lnTo>
                <a:lnTo>
                  <a:pt x="2851876" y="2851876"/>
                </a:lnTo>
                <a:lnTo>
                  <a:pt x="0" y="285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Object 3"/>
          <p:cNvGraphicFramePr/>
          <p:nvPr/>
        </p:nvGraphicFramePr>
        <p:xfrm>
          <a:off x="1028700" y="1145997"/>
          <a:ext cx="6583680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8229600" imgH="9867900" progId="Excel.Sheet.12">
                  <p:embed/>
                </p:oleObj>
              </mc:Choice>
              <mc:Fallback>
                <p:oleObj name="Worksheet" r:id="rId4" imgW="8229600" imgH="9867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700" y="1145997"/>
                        <a:ext cx="6583680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/>
          <p:nvPr/>
        </p:nvGraphicFramePr>
        <p:xfrm>
          <a:off x="9349801" y="1145997"/>
          <a:ext cx="7053943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8686800" imgH="9867900" progId="Excel.Sheet.12">
                  <p:embed/>
                </p:oleObj>
              </mc:Choice>
              <mc:Fallback>
                <p:oleObj name="Worksheet" r:id="rId6" imgW="8686800" imgH="9867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49801" y="1145997"/>
                        <a:ext cx="7053943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5"/>
          <p:cNvSpPr/>
          <p:nvPr/>
        </p:nvSpPr>
        <p:spPr>
          <a:xfrm flipH="1">
            <a:off x="14862373" y="8424705"/>
            <a:ext cx="3425627" cy="1862295"/>
          </a:xfrm>
          <a:custGeom>
            <a:avLst/>
            <a:gdLst/>
            <a:ahLst/>
            <a:cxnLst/>
            <a:rect l="l" t="t" r="r" b="b"/>
            <a:pathLst>
              <a:path w="3425627" h="1862295">
                <a:moveTo>
                  <a:pt x="3425627" y="0"/>
                </a:moveTo>
                <a:lnTo>
                  <a:pt x="0" y="0"/>
                </a:lnTo>
                <a:lnTo>
                  <a:pt x="0" y="1862295"/>
                </a:lnTo>
                <a:lnTo>
                  <a:pt x="3425627" y="1862295"/>
                </a:lnTo>
                <a:lnTo>
                  <a:pt x="342562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650300" y="473053"/>
            <a:ext cx="6987399" cy="555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8"/>
              </a:lnSpc>
              <a:spcBef>
                <a:spcPct val="0"/>
              </a:spcBef>
            </a:pPr>
            <a:r>
              <a:rPr lang="en-US" sz="3249" b="1">
                <a:solidFill>
                  <a:srgbClr val="1717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Functional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88880" y="-298189"/>
            <a:ext cx="14493602" cy="10883377"/>
          </a:xfrm>
          <a:custGeom>
            <a:avLst/>
            <a:gdLst/>
            <a:ahLst/>
            <a:cxnLst/>
            <a:rect l="l" t="t" r="r" b="b"/>
            <a:pathLst>
              <a:path w="14493602" h="10883377">
                <a:moveTo>
                  <a:pt x="0" y="0"/>
                </a:moveTo>
                <a:lnTo>
                  <a:pt x="14493601" y="0"/>
                </a:lnTo>
                <a:lnTo>
                  <a:pt x="14493601" y="10883378"/>
                </a:lnTo>
                <a:lnTo>
                  <a:pt x="0" y="108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2552670" y="7169066"/>
            <a:ext cx="5735330" cy="3117934"/>
          </a:xfrm>
          <a:custGeom>
            <a:avLst/>
            <a:gdLst/>
            <a:ahLst/>
            <a:cxnLst/>
            <a:rect l="l" t="t" r="r" b="b"/>
            <a:pathLst>
              <a:path w="5735330" h="3117934">
                <a:moveTo>
                  <a:pt x="5735330" y="0"/>
                </a:moveTo>
                <a:lnTo>
                  <a:pt x="0" y="0"/>
                </a:lnTo>
                <a:lnTo>
                  <a:pt x="0" y="3117934"/>
                </a:lnTo>
                <a:lnTo>
                  <a:pt x="5735330" y="3117934"/>
                </a:lnTo>
                <a:lnTo>
                  <a:pt x="573533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34739" y="3637241"/>
            <a:ext cx="4601626" cy="460162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2851876" cy="2851876"/>
          </a:xfrm>
          <a:custGeom>
            <a:avLst/>
            <a:gdLst/>
            <a:ahLst/>
            <a:cxnLst/>
            <a:rect l="l" t="t" r="r" b="b"/>
            <a:pathLst>
              <a:path w="2851876" h="2851876">
                <a:moveTo>
                  <a:pt x="0" y="0"/>
                </a:moveTo>
                <a:lnTo>
                  <a:pt x="2851876" y="0"/>
                </a:lnTo>
                <a:lnTo>
                  <a:pt x="2851876" y="2851876"/>
                </a:lnTo>
                <a:lnTo>
                  <a:pt x="0" y="2851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080829" y="2438555"/>
            <a:ext cx="4972057" cy="4972057"/>
          </a:xfrm>
          <a:custGeom>
            <a:avLst/>
            <a:gdLst/>
            <a:ahLst/>
            <a:cxnLst/>
            <a:rect l="l" t="t" r="r" b="b"/>
            <a:pathLst>
              <a:path w="4972057" h="4972057">
                <a:moveTo>
                  <a:pt x="0" y="0"/>
                </a:moveTo>
                <a:lnTo>
                  <a:pt x="4972057" y="0"/>
                </a:lnTo>
                <a:lnTo>
                  <a:pt x="4972057" y="4972058"/>
                </a:lnTo>
                <a:lnTo>
                  <a:pt x="0" y="4972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848050" y="3330967"/>
            <a:ext cx="8167496" cy="424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854" lvl="1" indent="-280427" algn="l">
              <a:lnSpc>
                <a:spcPts val="3792"/>
              </a:lnSpc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 QR-based member authentication process.</a:t>
            </a:r>
          </a:p>
          <a:p>
            <a:pPr marL="560854" lvl="1" indent="-280427" algn="l">
              <a:lnSpc>
                <a:spcPts val="3792"/>
              </a:lnSpc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Reliable and fast access control operation.</a:t>
            </a:r>
          </a:p>
          <a:p>
            <a:pPr marL="560854" lvl="1" indent="-280427" algn="l">
              <a:lnSpc>
                <a:spcPts val="3792"/>
              </a:lnSpc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Continuous system uptime during gym hours.</a:t>
            </a:r>
          </a:p>
          <a:p>
            <a:pPr marL="560854" lvl="1" indent="-280427" algn="l">
              <a:lnSpc>
                <a:spcPts val="3792"/>
              </a:lnSpc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Safe online payment and data protection.</a:t>
            </a:r>
          </a:p>
          <a:p>
            <a:pPr marL="560854" lvl="1" indent="-280427" algn="l">
              <a:lnSpc>
                <a:spcPts val="3792"/>
              </a:lnSpc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Simple and user-friendly mobile experience.</a:t>
            </a:r>
          </a:p>
          <a:p>
            <a:pPr marL="560854" lvl="1" indent="-280427" algn="l">
              <a:lnSpc>
                <a:spcPts val="3792"/>
              </a:lnSpc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Scalable system for growing membership base.</a:t>
            </a:r>
          </a:p>
          <a:p>
            <a:pPr algn="l">
              <a:lnSpc>
                <a:spcPts val="3641"/>
              </a:lnSpc>
            </a:pPr>
            <a:endParaRPr lang="en-US" sz="259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29801" y="933450"/>
            <a:ext cx="6405880" cy="163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37"/>
              </a:lnSpc>
              <a:spcBef>
                <a:spcPct val="0"/>
              </a:spcBef>
            </a:pPr>
            <a:r>
              <a:rPr lang="en-US" sz="466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Non-functional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724428" y="7806076"/>
            <a:ext cx="4563572" cy="2480924"/>
          </a:xfrm>
          <a:custGeom>
            <a:avLst/>
            <a:gdLst/>
            <a:ahLst/>
            <a:cxnLst/>
            <a:rect l="l" t="t" r="r" b="b"/>
            <a:pathLst>
              <a:path w="4563572" h="2480924">
                <a:moveTo>
                  <a:pt x="4563572" y="0"/>
                </a:moveTo>
                <a:lnTo>
                  <a:pt x="0" y="0"/>
                </a:lnTo>
                <a:lnTo>
                  <a:pt x="0" y="2480924"/>
                </a:lnTo>
                <a:lnTo>
                  <a:pt x="4563572" y="2480924"/>
                </a:lnTo>
                <a:lnTo>
                  <a:pt x="45635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851876" cy="2851876"/>
          </a:xfrm>
          <a:custGeom>
            <a:avLst/>
            <a:gdLst/>
            <a:ahLst/>
            <a:cxnLst/>
            <a:rect l="l" t="t" r="r" b="b"/>
            <a:pathLst>
              <a:path w="2851876" h="2851876">
                <a:moveTo>
                  <a:pt x="0" y="0"/>
                </a:moveTo>
                <a:lnTo>
                  <a:pt x="2851876" y="0"/>
                </a:lnTo>
                <a:lnTo>
                  <a:pt x="2851876" y="2851876"/>
                </a:lnTo>
                <a:lnTo>
                  <a:pt x="0" y="285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650300" y="695783"/>
            <a:ext cx="6987399" cy="555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8"/>
              </a:lnSpc>
              <a:spcBef>
                <a:spcPct val="0"/>
              </a:spcBef>
            </a:pPr>
            <a:r>
              <a:rPr lang="en-US" sz="3249" b="1" dirty="0">
                <a:solidFill>
                  <a:srgbClr val="1717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Non-Functional Requirements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1E342-DF71-5658-AB42-ADB3A7F2EA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232" y="1234939"/>
            <a:ext cx="6005968" cy="85574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552670" y="7169066"/>
            <a:ext cx="5735330" cy="3117934"/>
          </a:xfrm>
          <a:custGeom>
            <a:avLst/>
            <a:gdLst/>
            <a:ahLst/>
            <a:cxnLst/>
            <a:rect l="l" t="t" r="r" b="b"/>
            <a:pathLst>
              <a:path w="5735330" h="3117934">
                <a:moveTo>
                  <a:pt x="5735330" y="0"/>
                </a:moveTo>
                <a:lnTo>
                  <a:pt x="0" y="0"/>
                </a:lnTo>
                <a:lnTo>
                  <a:pt x="0" y="3117934"/>
                </a:lnTo>
                <a:lnTo>
                  <a:pt x="5735330" y="3117934"/>
                </a:lnTo>
                <a:lnTo>
                  <a:pt x="5735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851876" cy="2851876"/>
          </a:xfrm>
          <a:custGeom>
            <a:avLst/>
            <a:gdLst/>
            <a:ahLst/>
            <a:cxnLst/>
            <a:rect l="l" t="t" r="r" b="b"/>
            <a:pathLst>
              <a:path w="2851876" h="2851876">
                <a:moveTo>
                  <a:pt x="0" y="0"/>
                </a:moveTo>
                <a:lnTo>
                  <a:pt x="2851876" y="0"/>
                </a:lnTo>
                <a:lnTo>
                  <a:pt x="2851876" y="2851876"/>
                </a:lnTo>
                <a:lnTo>
                  <a:pt x="0" y="285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650300" y="717539"/>
            <a:ext cx="6987399" cy="555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8"/>
              </a:lnSpc>
              <a:spcBef>
                <a:spcPct val="0"/>
              </a:spcBef>
            </a:pPr>
            <a:r>
              <a:rPr lang="en-US" sz="3249" b="1">
                <a:solidFill>
                  <a:srgbClr val="1717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Entity Relationship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78704" y="-412679"/>
            <a:ext cx="14493602" cy="10883377"/>
          </a:xfrm>
          <a:custGeom>
            <a:avLst/>
            <a:gdLst/>
            <a:ahLst/>
            <a:cxnLst/>
            <a:rect l="l" t="t" r="r" b="b"/>
            <a:pathLst>
              <a:path w="14493602" h="10883377">
                <a:moveTo>
                  <a:pt x="0" y="0"/>
                </a:moveTo>
                <a:lnTo>
                  <a:pt x="14493602" y="0"/>
                </a:lnTo>
                <a:lnTo>
                  <a:pt x="14493602" y="10883377"/>
                </a:lnTo>
                <a:lnTo>
                  <a:pt x="0" y="10883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2552670" y="7169066"/>
            <a:ext cx="5735330" cy="3117934"/>
          </a:xfrm>
          <a:custGeom>
            <a:avLst/>
            <a:gdLst/>
            <a:ahLst/>
            <a:cxnLst/>
            <a:rect l="l" t="t" r="r" b="b"/>
            <a:pathLst>
              <a:path w="5735330" h="3117934">
                <a:moveTo>
                  <a:pt x="5735330" y="0"/>
                </a:moveTo>
                <a:lnTo>
                  <a:pt x="0" y="0"/>
                </a:lnTo>
                <a:lnTo>
                  <a:pt x="0" y="3117934"/>
                </a:lnTo>
                <a:lnTo>
                  <a:pt x="5735330" y="3117934"/>
                </a:lnTo>
                <a:lnTo>
                  <a:pt x="573533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34739" y="3637241"/>
            <a:ext cx="4601626" cy="460162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A83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2851876" cy="2851876"/>
          </a:xfrm>
          <a:custGeom>
            <a:avLst/>
            <a:gdLst/>
            <a:ahLst/>
            <a:cxnLst/>
            <a:rect l="l" t="t" r="r" b="b"/>
            <a:pathLst>
              <a:path w="2851876" h="2851876">
                <a:moveTo>
                  <a:pt x="0" y="0"/>
                </a:moveTo>
                <a:lnTo>
                  <a:pt x="2851876" y="0"/>
                </a:lnTo>
                <a:lnTo>
                  <a:pt x="2851876" y="2851876"/>
                </a:lnTo>
                <a:lnTo>
                  <a:pt x="0" y="2851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964" y="2420496"/>
            <a:ext cx="7987247" cy="5446008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0075402" y="4184211"/>
            <a:ext cx="6761110" cy="1689596"/>
            <a:chOff x="0" y="0"/>
            <a:chExt cx="1780704" cy="4449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0704" cy="444996"/>
            </a:xfrm>
            <a:custGeom>
              <a:avLst/>
              <a:gdLst/>
              <a:ahLst/>
              <a:cxnLst/>
              <a:rect l="l" t="t" r="r" b="b"/>
              <a:pathLst>
                <a:path w="1780704" h="444996">
                  <a:moveTo>
                    <a:pt x="58398" y="0"/>
                  </a:moveTo>
                  <a:lnTo>
                    <a:pt x="1722306" y="0"/>
                  </a:lnTo>
                  <a:cubicBezTo>
                    <a:pt x="1754558" y="0"/>
                    <a:pt x="1780704" y="26146"/>
                    <a:pt x="1780704" y="58398"/>
                  </a:cubicBezTo>
                  <a:lnTo>
                    <a:pt x="1780704" y="386598"/>
                  </a:lnTo>
                  <a:cubicBezTo>
                    <a:pt x="1780704" y="402086"/>
                    <a:pt x="1774551" y="416940"/>
                    <a:pt x="1763599" y="427892"/>
                  </a:cubicBezTo>
                  <a:cubicBezTo>
                    <a:pt x="1752648" y="438844"/>
                    <a:pt x="1737794" y="444996"/>
                    <a:pt x="1722306" y="444996"/>
                  </a:cubicBezTo>
                  <a:lnTo>
                    <a:pt x="58398" y="444996"/>
                  </a:lnTo>
                  <a:cubicBezTo>
                    <a:pt x="42910" y="444996"/>
                    <a:pt x="28056" y="438844"/>
                    <a:pt x="17104" y="427892"/>
                  </a:cubicBezTo>
                  <a:cubicBezTo>
                    <a:pt x="6153" y="416940"/>
                    <a:pt x="0" y="402086"/>
                    <a:pt x="0" y="386598"/>
                  </a:cubicBezTo>
                  <a:lnTo>
                    <a:pt x="0" y="58398"/>
                  </a:lnTo>
                  <a:cubicBezTo>
                    <a:pt x="0" y="42910"/>
                    <a:pt x="6153" y="28056"/>
                    <a:pt x="17104" y="17104"/>
                  </a:cubicBezTo>
                  <a:cubicBezTo>
                    <a:pt x="28056" y="6153"/>
                    <a:pt x="42910" y="0"/>
                    <a:pt x="58398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80704" cy="492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696954" y="4578727"/>
            <a:ext cx="6405880" cy="80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37"/>
              </a:lnSpc>
              <a:spcBef>
                <a:spcPct val="0"/>
              </a:spcBef>
            </a:pPr>
            <a:r>
              <a:rPr lang="en-US" sz="466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 Demonstration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03219" y="-298189"/>
            <a:ext cx="14493602" cy="10883377"/>
          </a:xfrm>
          <a:custGeom>
            <a:avLst/>
            <a:gdLst/>
            <a:ahLst/>
            <a:cxnLst/>
            <a:rect l="l" t="t" r="r" b="b"/>
            <a:pathLst>
              <a:path w="14493602" h="10883377">
                <a:moveTo>
                  <a:pt x="0" y="0"/>
                </a:moveTo>
                <a:lnTo>
                  <a:pt x="14493602" y="0"/>
                </a:lnTo>
                <a:lnTo>
                  <a:pt x="14493602" y="10883378"/>
                </a:lnTo>
                <a:lnTo>
                  <a:pt x="0" y="108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956425" y="1219195"/>
            <a:ext cx="7835710" cy="5230337"/>
          </a:xfrm>
          <a:custGeom>
            <a:avLst/>
            <a:gdLst/>
            <a:ahLst/>
            <a:cxnLst/>
            <a:rect l="l" t="t" r="r" b="b"/>
            <a:pathLst>
              <a:path w="7835710" h="5230337">
                <a:moveTo>
                  <a:pt x="0" y="0"/>
                </a:moveTo>
                <a:lnTo>
                  <a:pt x="7835710" y="0"/>
                </a:lnTo>
                <a:lnTo>
                  <a:pt x="7835710" y="5230336"/>
                </a:lnTo>
                <a:lnTo>
                  <a:pt x="0" y="5230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2552670" y="7169066"/>
            <a:ext cx="5735330" cy="3117934"/>
          </a:xfrm>
          <a:custGeom>
            <a:avLst/>
            <a:gdLst/>
            <a:ahLst/>
            <a:cxnLst/>
            <a:rect l="l" t="t" r="r" b="b"/>
            <a:pathLst>
              <a:path w="5735330" h="3117934">
                <a:moveTo>
                  <a:pt x="5735330" y="0"/>
                </a:moveTo>
                <a:lnTo>
                  <a:pt x="0" y="0"/>
                </a:lnTo>
                <a:lnTo>
                  <a:pt x="0" y="3117934"/>
                </a:lnTo>
                <a:lnTo>
                  <a:pt x="5735330" y="3117934"/>
                </a:lnTo>
                <a:lnTo>
                  <a:pt x="573533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312387" y="3844753"/>
            <a:ext cx="6891097" cy="3764320"/>
            <a:chOff x="-837845" y="-123454"/>
            <a:chExt cx="1574445" cy="860054"/>
          </a:xfrm>
        </p:grpSpPr>
        <p:sp>
          <p:nvSpPr>
            <p:cNvPr id="6" name="Freeform 6"/>
            <p:cNvSpPr/>
            <p:nvPr/>
          </p:nvSpPr>
          <p:spPr>
            <a:xfrm>
              <a:off x="-837845" y="-12345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0"/>
            <a:ext cx="2851876" cy="2851876"/>
          </a:xfrm>
          <a:custGeom>
            <a:avLst/>
            <a:gdLst/>
            <a:ahLst/>
            <a:cxnLst/>
            <a:rect l="l" t="t" r="r" b="b"/>
            <a:pathLst>
              <a:path w="2851876" h="2851876">
                <a:moveTo>
                  <a:pt x="0" y="0"/>
                </a:moveTo>
                <a:lnTo>
                  <a:pt x="2851876" y="0"/>
                </a:lnTo>
                <a:lnTo>
                  <a:pt x="2851876" y="2851876"/>
                </a:lnTo>
                <a:lnTo>
                  <a:pt x="0" y="2851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230593" y="3539442"/>
            <a:ext cx="3748908" cy="2910090"/>
          </a:xfrm>
          <a:custGeom>
            <a:avLst/>
            <a:gdLst/>
            <a:ahLst/>
            <a:cxnLst/>
            <a:rect l="l" t="t" r="r" b="b"/>
            <a:pathLst>
              <a:path w="3748908" h="2910090">
                <a:moveTo>
                  <a:pt x="0" y="0"/>
                </a:moveTo>
                <a:lnTo>
                  <a:pt x="3748908" y="0"/>
                </a:lnTo>
                <a:lnTo>
                  <a:pt x="3748908" y="2910090"/>
                </a:lnTo>
                <a:lnTo>
                  <a:pt x="0" y="2910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211</Words>
  <Application>Microsoft Office PowerPoint</Application>
  <PresentationFormat>Custom</PresentationFormat>
  <Paragraphs>44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Canva Sans</vt:lpstr>
      <vt:lpstr>Canva Sans Bold</vt:lpstr>
      <vt:lpstr>Poppins Bold</vt:lpstr>
      <vt:lpstr>Calibri</vt:lpstr>
      <vt:lpstr>Arial</vt:lpstr>
      <vt:lpstr>Open Sans Bold</vt:lpstr>
      <vt:lpstr>Poppins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Management System</dc:title>
  <cp:lastModifiedBy>Kasun Chanaka</cp:lastModifiedBy>
  <cp:revision>2</cp:revision>
  <dcterms:created xsi:type="dcterms:W3CDTF">2006-08-16T00:00:00Z</dcterms:created>
  <dcterms:modified xsi:type="dcterms:W3CDTF">2026-01-27T15:25:33Z</dcterms:modified>
  <dc:identifier>DAG2QlxFuh4</dc:identifier>
</cp:coreProperties>
</file>